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📚 Visual Learning Guide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How We Built the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</a:rPr>
              <a:t>ProcessPRO Website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 complete guide for beginners — no coding experience required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🎨 Visual Learning    ⏱️ 15 min    🚀 From Zero to Live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What You'll Learn Today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Key Terms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207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HTML, CSS, JavaScript explained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Component Sources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984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Where we got building blocks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Website Anatomy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How sections are structured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Build Process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3538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Step-by-step creation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100584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960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Component Mapping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1207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What goes where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178308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Color Customization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83480" y="19842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Brand adaptation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56032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560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27614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Making it live on Vercel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33756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337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83480" y="3538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Where to go from here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The Big Picture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From idea to live website in 5 steps: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1554480" cy="12801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Your Idea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 need a website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3736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28800" y="1371600"/>
            <a:ext cx="1554480" cy="1280160"/>
          </a:xfrm>
          <a:prstGeom prst="roundRect">
            <a:avLst/>
          </a:prstGeom>
          <a:solidFill>
            <a:srgbClr val="DBEAFE"/>
          </a:solidFill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Find Components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21st.dev library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474720" y="1371600"/>
            <a:ext cx="1554480" cy="128016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🔨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7472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Claude Builds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Combine &amp; customize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120640" y="1371600"/>
            <a:ext cx="1554480" cy="128016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C4B5F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2064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HTML File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Complete website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766560" y="1371600"/>
            <a:ext cx="1554480" cy="1280160"/>
          </a:xfrm>
          <a:prstGeom prst="roundRect">
            <a:avLst/>
          </a:prstGeom>
          <a:solidFill>
            <a:srgbClr val="FCE7F3"/>
          </a:solidFill>
          <a:ln w="25400">
            <a:solidFill>
              <a:srgbClr val="F9A8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76656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Go Live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Vercel hosting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926080"/>
            <a:ext cx="8229600" cy="82296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💡 Key Insight: Modern websites are built by combining pre-made "components" — like building with LEGO blocks!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Key Terms Explained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🧱 Component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Reusable piece of a website (button, navbar, animation)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40233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6184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📄 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8653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Defines WHAT's on a page — the "skeleton"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40233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768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🎨 CSS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5237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Defines how it LOOKS — colors, fonts, layout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889504"/>
            <a:ext cx="40233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352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⚡ JavaScript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Makes it INTERACTIVE — animations, clicks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480560" y="914400"/>
            <a:ext cx="40233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601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📚 21st.dev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120700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Library of free, beautiful components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1572768"/>
            <a:ext cx="40233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61848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🤖 Claude AI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18653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that writes code from your description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80560" y="2231136"/>
            <a:ext cx="40233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27685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▲ Vercel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252374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Platform that hosts your website online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80560" y="2889504"/>
            <a:ext cx="4023360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93522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🔗 GitHub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0" y="31821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Google Drive for code files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What is 21st.dev?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 free library where developers share beautiful, animated UI components.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Think of it as a furniture catalog for websites — browse, pick what you like, use it in your project!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931920" cy="7315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❌ Building from scratch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Days/weeks of work, deep technical knowledge needed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931920" cy="73152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175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✅ Using 21st.dev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Professional animations in minutes, just customize colors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1097280"/>
            <a:ext cx="3474720" cy="2560320"/>
          </a:xfrm>
          <a:prstGeom prst="roundRect">
            <a:avLst/>
          </a:prstGeom>
          <a:solidFill>
            <a:srgbClr val="0A0A0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📦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21st.dev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Open Source Component Library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The 5 Components We Used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600200" cy="1645920"/>
          </a:xfrm>
          <a:prstGeom prst="roundRect">
            <a:avLst/>
          </a:prstGeom>
          <a:solidFill>
            <a:srgbClr val="0A0A0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51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✦ ✦ 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ASMR Background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Particle system with magnetic vortex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57400" y="914400"/>
            <a:ext cx="1600200" cy="1645920"/>
          </a:xfrm>
          <a:prstGeom prst="roundRect">
            <a:avLst/>
          </a:prstGeom>
          <a:solidFill>
            <a:srgbClr val="0A0A0C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051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V!3W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5740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Text Scramble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57400" y="1828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Text scrambles on hover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914400"/>
            <a:ext cx="1600200" cy="1645920"/>
          </a:xfrm>
          <a:prstGeom prst="roundRect">
            <a:avLst/>
          </a:prstGeom>
          <a:solidFill>
            <a:srgbClr val="0A0A0C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1051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Let's work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Let's Work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Elegant CTA with animations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40680" y="914400"/>
            <a:ext cx="1600200" cy="1645920"/>
          </a:xfrm>
          <a:prstGeom prst="roundRect">
            <a:avLst/>
          </a:prstGeom>
          <a:solidFill>
            <a:srgbClr val="0A0A0C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051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● ○ ●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4068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Dot Loader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40680" y="1828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7×7 animated grid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32320" y="914400"/>
            <a:ext cx="1600200" cy="1645920"/>
          </a:xfrm>
          <a:prstGeom prst="roundRect">
            <a:avLst/>
          </a:prstGeom>
          <a:solidFill>
            <a:srgbClr val="0A0A0C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05156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</a:rPr>
              <a:t>〰️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32320" y="15544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Gemini Effect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0" y="18288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Scroll-animated SVG paths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8229600" cy="6400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971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🔗 How to find components: Visit 21st.dev, browse the gallery, click any component to see its code. Copy and give to Claude!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Website Anatomy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114800" cy="41148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🔝 Navigation Bar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960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Logo + menu + CTA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4114800" cy="4114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🌟 Hero Section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Headline + buttons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28800"/>
            <a:ext cx="4114800" cy="41148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📋 Services Grid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service cards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4114800" cy="411480"/>
          </a:xfrm>
          <a:prstGeom prst="roundRect">
            <a:avLst/>
          </a:prstGeom>
          <a:solidFill>
            <a:srgbClr val="EDE9F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331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📊 Process Steps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2331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How you work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4114800" cy="411480"/>
          </a:xfrm>
          <a:prstGeom prst="roundRect">
            <a:avLst/>
          </a:prstGeom>
          <a:solidFill>
            <a:srgbClr val="FCE7F3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📞 Call-to-Action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788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Let's work together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4114800" cy="411480"/>
          </a:xfrm>
          <a:prstGeom prst="round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📄 Footer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51760" y="3246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Links + copyright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0" y="914400"/>
            <a:ext cx="3474720" cy="2651760"/>
          </a:xfrm>
          <a:prstGeom prst="roundRect">
            <a:avLst/>
          </a:prstGeom>
          <a:solidFill>
            <a:srgbClr val="0A0A0C"/>
          </a:solidFill>
          <a:ln/>
        </p:spPr>
      </p:sp>
      <p:sp>
        <p:nvSpPr>
          <p:cNvPr id="24" name="Shape 22"/>
          <p:cNvSpPr/>
          <p:nvPr/>
        </p:nvSpPr>
        <p:spPr>
          <a:xfrm>
            <a:off x="5212080" y="1051560"/>
            <a:ext cx="3108960" cy="2286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5212080" y="1371600"/>
            <a:ext cx="3108960" cy="73152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26" name="Shape 24"/>
          <p:cNvSpPr/>
          <p:nvPr/>
        </p:nvSpPr>
        <p:spPr>
          <a:xfrm>
            <a:off x="5212080" y="2194560"/>
            <a:ext cx="9601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6263640" y="2194560"/>
            <a:ext cx="9601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2194560"/>
            <a:ext cx="960120" cy="365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0" y="2651760"/>
            <a:ext cx="3108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5212080" y="3108960"/>
            <a:ext cx="3108960" cy="320040"/>
          </a:xfrm>
          <a:prstGeom prst="rect">
            <a:avLst/>
          </a:prstGeom>
          <a:solidFill>
            <a:srgbClr val="111111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Component → Section Mapping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Source Component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960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0" y="960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Used 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960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Purpose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ASMR Background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834640" y="13716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371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Entire Website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1371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Background layer with particles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Text Scramble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834640" y="1783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91840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CTA Section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1783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Word 'intelligent' scrambles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Let's Work Section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21945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CTA Section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2194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Title styling + button animations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Dot Loader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834640" y="2606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CTA Section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2606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Animated loading indicator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Gemini Effect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3017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Design Inspiration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77840" y="3017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Gradient color aesthetic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Color Customization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Original component colors adapted to match ProcessPRO brand: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114800" cy="2011680"/>
          </a:xfrm>
          <a:prstGeom prst="roundRect">
            <a:avLst/>
          </a:prstGeom>
          <a:solidFill>
            <a:srgbClr val="1E1E1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8016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BEFORE (Original)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this.color = isGlass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'240, 245, 255' 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'80, 80, 85';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AFTER (ProcessPRO)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this.color = isGlass ?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'74, 227, 227' :  // Cyan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'139, 92, 246';   // Purple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ProcessPRO Color Palette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822960" cy="822960"/>
          </a:xfrm>
          <a:prstGeom prst="roundRect">
            <a:avLst/>
          </a:prstGeom>
          <a:solidFill>
            <a:srgbClr val="0A0A0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514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Background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#0a0a0c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5852160" y="1645920"/>
            <a:ext cx="822960" cy="822960"/>
          </a:xfrm>
          <a:prstGeom prst="roundRect">
            <a:avLst/>
          </a:prstGeom>
          <a:solidFill>
            <a:srgbClr val="4AE3E3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2514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Cyan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852160" y="26974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#4ae3e3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858000" y="1645920"/>
            <a:ext cx="822960" cy="822960"/>
          </a:xfrm>
          <a:prstGeom prst="round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2514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Purple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0" y="26974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#8b5cf6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863840" y="1645920"/>
            <a:ext cx="82296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51460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1A1A"/>
                </a:solidFill>
              </a:rPr>
              <a:t>Text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3840" y="26974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#ffffff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The Build Process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896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📝 Brief Provided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115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"Build AI automation website..."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536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📦 Analyzed Components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1755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Read all 5 component files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176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🖼️ Studied Brand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395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Dark theme, cyan + purple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34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816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📐 Planned 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0358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sections mapped out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91440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914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896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✍️ Wrote Code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1115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Single HTML file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55448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1554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1536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🎨 Customized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7556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Applied brand colors + copy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194560"/>
            <a:ext cx="320040" cy="320040"/>
          </a:xfrm>
          <a:prstGeom prst="ellips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176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📤 Delivered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23957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processpro.html ready!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2926080"/>
            <a:ext cx="822960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99923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processpro/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└── 📄 index.html  ← Everything is here!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Making It Live (Vercel)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3 Ways to Deploy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931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Option A: Drag &amp; Drop (Easiest)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4447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Go to vercel.com/new, drag your folder, click Deploy!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3931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9202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Option B: Connect GitHub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1305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Auto-deploys when you push code updates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93192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</a:rPr>
              <a:t>Option C: Command 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8163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Run 'vercel' in terminal (advanced)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</a:rPr>
              <a:t>Deployment Flow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303520" y="1188720"/>
            <a:ext cx="2560320" cy="640080"/>
          </a:xfrm>
          <a:prstGeom prst="roundRect">
            <a:avLst/>
          </a:prstGeom>
          <a:solidFill>
            <a:srgbClr val="FEF3C7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280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💻 Your Computer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53619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index.html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17830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03520" y="1965960"/>
            <a:ext cx="2560320" cy="640080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📤 Upload to Vercel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25603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03520" y="2743200"/>
            <a:ext cx="2560320" cy="640080"/>
          </a:xfrm>
          <a:prstGeom prst="roundRect">
            <a:avLst/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🌐 Live Website!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309067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yoursite.vercel.app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457200" cy="457200"/>
          </a:xfrm>
          <a:prstGeom prst="round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74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</a:rPr>
              <a:t>What's Next?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🎨 Customize Further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Change colors &amp; typography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Update services &amp; descriptions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Add testimonials, team section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Add real contact email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📚 More Component Libraries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21st.dev — Source of our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ui.shadcn.com — Clean, accessible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ui.aceternity.com — Animated effects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magicui.design — Magical UI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🚀 Scale 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1887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Next.js — Multi-page React apps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Astro — Fast static sites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• WordPress — Easy CMS editing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2103120"/>
            <a:ext cx="3840480" cy="109728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194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💡 Pro Tip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46888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Save your prompts! They become "recipes" you can reuse and refine for future projects.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Now You Know!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How to build AI-powered websites with components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📦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82880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Find Components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at 21st.dev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🤖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Build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▲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Deploy 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Vercel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749040"/>
            <a:ext cx="3657600" cy="457200"/>
          </a:xfrm>
          <a:prstGeom prst="roundRect">
            <a:avLst/>
          </a:prstGeom>
          <a:solidFill>
            <a:srgbClr val="1A1A2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3794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</a:rPr>
              <a:t>ProcessPRO • AI &amp; Automation Agency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Built the ProcessPRO Website</dc:title>
  <dc:subject>Website Creation Guide for Beginners</dc:subject>
  <dc:creator>Claude AI</dc:creator>
  <cp:lastModifiedBy>Claude AI</cp:lastModifiedBy>
  <cp:revision>1</cp:revision>
  <dcterms:created xsi:type="dcterms:W3CDTF">2026-01-01T07:44:06Z</dcterms:created>
  <dcterms:modified xsi:type="dcterms:W3CDTF">2026-01-01T07:44:06Z</dcterms:modified>
</cp:coreProperties>
</file>